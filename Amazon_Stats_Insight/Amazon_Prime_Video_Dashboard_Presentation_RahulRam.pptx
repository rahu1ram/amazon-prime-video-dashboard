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Amazon Prime Video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Power BI Visualization Presentation</a:t>
            </a:r>
          </a:p>
          <a:p>
            <a:r>
              <a:t>Prepared by: Rahul 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This Power BI dashboard analyzes Amazon Prime Video’s content distribution by type, country, genre, rating, and release year.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🎯 Objective: To gain insights into Prime Video’s catalog composition, audience focus, and content evolution.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✨ Clean dark theme aligned with Prime Video’s branding.</a:t>
            </a:r>
          </a:p>
          <a:p>
            <a:pPr>
              <a:defRPr sz="2000"/>
            </a:pPr>
            <a:r>
              <a:t>📊 Visual elements include:</a:t>
            </a:r>
          </a:p>
          <a:p>
            <a:pPr>
              <a:defRPr sz="2000"/>
            </a:pPr>
            <a:r>
              <a:t>• KPIs section for quick metrics</a:t>
            </a:r>
          </a:p>
          <a:p>
            <a:pPr>
              <a:defRPr sz="2000"/>
            </a:pPr>
            <a:r>
              <a:t>• Map visualization for geography</a:t>
            </a:r>
          </a:p>
          <a:p>
            <a:pPr>
              <a:defRPr sz="2000"/>
            </a:pPr>
            <a:r>
              <a:t>• Charts showing ratings, genres, and release trends.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Total Titles: 9,655</a:t>
            </a:r>
          </a:p>
          <a:p>
            <a:pPr>
              <a:defRPr sz="2000"/>
            </a:pPr>
            <a:r>
              <a:t>📌 Total Ratings: 25</a:t>
            </a:r>
          </a:p>
          <a:p>
            <a:pPr>
              <a:defRPr sz="2000"/>
            </a:pPr>
            <a:r>
              <a:t>📌 Total Genres: 519</a:t>
            </a:r>
          </a:p>
          <a:p>
            <a:pPr>
              <a:defRPr sz="2000"/>
            </a:pPr>
            <a:r>
              <a:t>📌 Total Directors: 5,771</a:t>
            </a:r>
          </a:p>
          <a:p>
            <a:pPr>
              <a:defRPr sz="2000"/>
            </a:pPr>
            <a:r>
              <a:t>📌 Start Year: 1920</a:t>
            </a:r>
          </a:p>
          <a:p>
            <a:pPr>
              <a:defRPr sz="2000"/>
            </a:pPr>
            <a:r>
              <a:t>📌 End Year: 2021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💡 Insight: Prime Video’s content spans across a century, showing a vast and diverse catalog.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rPr dirty="0"/>
              <a:t>Movies vs TV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🍿 Movies: ~8</a:t>
            </a:r>
            <a:r>
              <a:rPr lang="en-US" dirty="0"/>
              <a:t>1</a:t>
            </a:r>
            <a:r>
              <a:rPr dirty="0"/>
              <a:t>%</a:t>
            </a:r>
          </a:p>
          <a:p>
            <a:pPr>
              <a:defRPr sz="2000"/>
            </a:pPr>
            <a:r>
              <a:rPr dirty="0"/>
              <a:t>📺 TV Shows: ~1</a:t>
            </a:r>
            <a:r>
              <a:rPr lang="en-US" dirty="0"/>
              <a:t>9</a:t>
            </a:r>
            <a:r>
              <a:rPr dirty="0"/>
              <a:t>%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🎬 Insight: Prime Video’s catalog is heavily dominated by movies, although TV shows are increasing steadily.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Total Shows by Country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🌍 Top Content-Producing Countries:</a:t>
            </a:r>
          </a:p>
          <a:p>
            <a:pPr>
              <a:defRPr sz="2000"/>
            </a:pPr>
            <a:r>
              <a:t>• United States</a:t>
            </a:r>
          </a:p>
          <a:p>
            <a:pPr>
              <a:defRPr sz="2000"/>
            </a:pPr>
            <a:r>
              <a:t>• India</a:t>
            </a:r>
          </a:p>
          <a:p>
            <a:pPr>
              <a:defRPr sz="2000"/>
            </a:pPr>
            <a:r>
              <a:t>• United Kingdom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🌐 Insight: Reflects Prime Video’s global strength in North America and Asia.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Ratings by Total Show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🔖 Top Ratings:</a:t>
            </a:r>
          </a:p>
          <a:p>
            <a:pPr>
              <a:defRPr sz="2000"/>
            </a:pPr>
            <a:r>
              <a:rPr dirty="0"/>
              <a:t>• TV-MA</a:t>
            </a:r>
          </a:p>
          <a:p>
            <a:pPr>
              <a:defRPr sz="2000"/>
            </a:pPr>
            <a:r>
              <a:rPr dirty="0"/>
              <a:t>• R</a:t>
            </a:r>
          </a:p>
          <a:p>
            <a:pPr>
              <a:defRPr sz="2000"/>
            </a:pPr>
            <a:r>
              <a:rPr dirty="0"/>
              <a:t>• PG-13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🧠 Insight: A large portion of content is mature-rated, targeting adult viewers while maintaining family-friendly options.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Total Show by Release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📈 Trend: Gradual rise through the 1980s–1990s, followed by a sharp increase after 2000.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⚡ Insight: Represents the digital streaming boom and Prime Video’s expansion in original content.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rPr dirty="0"/>
              <a:t>Key Insights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Nearly 10,000 total titles</a:t>
            </a:r>
          </a:p>
          <a:p>
            <a:pPr>
              <a:defRPr sz="2000"/>
            </a:pPr>
            <a:r>
              <a:t>✅ Movies dominate the platform</a:t>
            </a:r>
          </a:p>
          <a:p>
            <a:pPr>
              <a:defRPr sz="2000"/>
            </a:pPr>
            <a:r>
              <a:t>✅ Top countries: US, India, UK</a:t>
            </a:r>
          </a:p>
          <a:p>
            <a:pPr>
              <a:defRPr sz="2000"/>
            </a:pPr>
            <a:r>
              <a:t>✅ Mature-rated content leads</a:t>
            </a:r>
          </a:p>
          <a:p>
            <a:pPr>
              <a:defRPr sz="2000"/>
            </a:pPr>
            <a:r>
              <a:t>✅ Strong post-2000 release growth trend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This Power BI dashboard offers a clear picture of Amazon Prime Video’s content trends.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It helps decision-makers and analysts identify strengths, growth patterns, and audience targeting strategies.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💬 Thank you!</a:t>
            </a:r>
          </a:p>
          <a:p>
            <a:pPr>
              <a:defRPr sz="2000"/>
            </a:pPr>
            <a:r>
              <a:t>Presented by: Rahul 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366</Words>
  <Application>Microsoft Office PowerPoint</Application>
  <PresentationFormat>On-screen Show (4:3)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Amazon Prime Video Dashboard Analysis</vt:lpstr>
      <vt:lpstr>Introduction</vt:lpstr>
      <vt:lpstr>Dashboard Overview</vt:lpstr>
      <vt:lpstr>Key Performance Indicators (KPIs)</vt:lpstr>
      <vt:lpstr>Movies vs TV Shows</vt:lpstr>
      <vt:lpstr>Total Shows by Country</vt:lpstr>
      <vt:lpstr>Ratings by Total Show</vt:lpstr>
      <vt:lpstr>Total Show by Release Year</vt:lpstr>
      <vt:lpstr>Key Insights Summary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Rahul Ram</cp:lastModifiedBy>
  <cp:revision>2</cp:revision>
  <dcterms:created xsi:type="dcterms:W3CDTF">2013-01-27T09:14:16Z</dcterms:created>
  <dcterms:modified xsi:type="dcterms:W3CDTF">2025-10-08T16:32:39Z</dcterms:modified>
  <cp:category/>
</cp:coreProperties>
</file>